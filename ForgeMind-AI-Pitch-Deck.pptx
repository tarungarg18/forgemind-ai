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EEAD4"/>
                </a:solidFill>
              </a:rPr>
              <a:t>ET AI HACKATHON 2026 · PROBLEM STATEMENT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</a:rPr>
              <a:t>ForgeMind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CBD5E1"/>
                </a:solidFill>
              </a:rPr>
              <a:t>Unified Asset &amp; Operations Brain for Industrial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CA3AF"/>
                </a:solidFill>
              </a:rPr>
              <a:t>Plant docs are scattered across manuals, inspections, work orders, and incident reports.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9CA3AF"/>
                </a:solidFill>
              </a:rPr>
              <a:t>ForgeMind puts them in one place so teams can upload, search, and ask — with sources.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</a:rPr>
              <a:t>forgemind.tarachand.tech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</a:rPr>
              <a:t>PROBLEM →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1827"/>
                </a:solidFill>
              </a:rPr>
              <a:t>Industrial knowledge is fragmented. ForgeMind unifies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534D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35% </a:t>
            </a:r>
            <a:r>
              <a:rPr sz="1500">
                <a:solidFill>
                  <a:srgbClr val="111827"/>
                </a:solidFill>
              </a:rPr>
              <a:t>of engineer time lost searching for information that already exists (McKinsey, 2024).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7–12 </a:t>
            </a:r>
            <a:r>
              <a:rPr sz="1500">
                <a:solidFill>
                  <a:srgbClr val="111827"/>
                </a:solidFill>
              </a:rPr>
              <a:t>disconnected document systems per large industrial plant.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18–22% </a:t>
            </a:r>
            <a:r>
              <a:rPr sz="1500">
                <a:solidFill>
                  <a:srgbClr val="111827"/>
                </a:solidFill>
              </a:rPr>
              <a:t>of unplanned downtime traced to fragmented equipment history.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25% </a:t>
            </a:r>
            <a:r>
              <a:rPr sz="1500">
                <a:solidFill>
                  <a:srgbClr val="111827"/>
                </a:solidFill>
              </a:rPr>
              <a:t>of India's experienced engineers retire within a decade — taking undocumented knowledge with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18288" cy="47548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534D"/>
                </a:solidFill>
              </a:rPr>
              <a:t>THE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Upload — </a:t>
            </a:r>
            <a:r>
              <a:rPr sz="1500">
                <a:solidFill>
                  <a:srgbClr val="111827"/>
                </a:solidFill>
              </a:rPr>
              <a:t>PDF/Word/Excel/text, parsed and persisted for the whole team.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Knowledge — </a:t>
            </a:r>
            <a:r>
              <a:rPr sz="1500">
                <a:solidFill>
                  <a:srgbClr val="111827"/>
                </a:solidFill>
              </a:rPr>
              <a:t>keyword + semantic search, equipment map, full asset history.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Ask AI — </a:t>
            </a:r>
            <a:r>
              <a:rPr sz="1500">
                <a:solidFill>
                  <a:srgbClr val="111827"/>
                </a:solidFill>
              </a:rPr>
              <a:t>plain-language Q&amp;A with cited sources and grounded compliance.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B534D"/>
                </a:solidFill>
              </a:rPr>
              <a:t>Insights — </a:t>
            </a:r>
            <a:r>
              <a:rPr sz="1500">
                <a:solidFill>
                  <a:srgbClr val="111827"/>
                </a:solidFill>
              </a:rPr>
              <a:t>live coverage score, auto-detected conflicts/gaps, Lessons Learned.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1827"/>
                </a:solidFill>
              </a:rPr>
              <a:t>A live intelligence layer, not a static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411480" cy="6217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411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600200"/>
            <a:ext cx="10424160" cy="62179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600200"/>
            <a:ext cx="99669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</a:rPr>
              <a:t>Upload → parse text → LLM entity extraction (equipment tags, parameters, regs, personnel, dates)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411480" cy="6217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411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2331720"/>
            <a:ext cx="10424160" cy="62179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99669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</a:rPr>
              <a:t>SQLite (documents + entities) + vector index (local embeddings, optional ChromaDB)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63240"/>
            <a:ext cx="411480" cy="6217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63240"/>
            <a:ext cx="411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063240"/>
            <a:ext cx="10424160" cy="62179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3063240"/>
            <a:ext cx="99669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</a:rPr>
              <a:t>Knowledge graph grows · conflicts auto-detected · gaps recomputed — live, per upload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411480" cy="6217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94760"/>
            <a:ext cx="411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3794760"/>
            <a:ext cx="10424160" cy="62179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794760"/>
            <a:ext cx="99669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</a:rPr>
              <a:t>Ask AI (RAG) → OpenRouter LLM → answer grounded in retrieved regulation/SOP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534D"/>
                </a:solidFill>
              </a:rPr>
              <a:t>WHY IT'S NOT JUST A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11827"/>
                </a:solidFill>
              </a:rPr>
              <a:t>•  Uploading a real document adds real graph nodes/edges, detects real value conflicts, and closes real doc-type gaps — verified end-to-end.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11827"/>
                </a:solidFill>
              </a:rPr>
              <a:t>•  Compliance flags are grounded in retrieved evidence and marked 'unknown' rather than guessed when none exists.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</a:rPr>
              <a:t>LIVE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1827"/>
                </a:solidFill>
              </a:rPr>
              <a:t>Upload → Knowledge → Ask AI →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7288" y="1483760"/>
            <a:ext cx="3366224" cy="238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288" y="1508760"/>
            <a:ext cx="3316224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8862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</a:rPr>
              <a:t>Upload — live processing stages, graph grows with every 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7281" y="1483760"/>
            <a:ext cx="864797" cy="238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-knowledge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281" y="1508760"/>
            <a:ext cx="814797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38862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</a:rPr>
              <a:t>Knowledge — keyword + semantic search across the plant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2187" y="4409840"/>
            <a:ext cx="1596425" cy="238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6-ask-ai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87" y="4434840"/>
            <a:ext cx="1546425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81228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</a:rPr>
              <a:t>Ask AI — grounded answer with a decision card and sources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11992" y="4409840"/>
            <a:ext cx="1915376" cy="238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9-insigh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4434840"/>
            <a:ext cx="1865376" cy="2331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681228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</a:rPr>
              <a:t>Insights — coverage, conflicts, gaps, and lessons learned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</a:rPr>
              <a:t>JUDGING CRITERIA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1827"/>
                </a:solidFill>
              </a:rPr>
              <a:t>Mapped directly to what was asked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ForgeMind AI  ·  ET AI Hackathon 2026  ·  PS8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6424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63624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34D"/>
                </a:solidFill>
              </a:rPr>
              <a:t>Innovation — 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545336"/>
            <a:ext cx="7315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</a:rPr>
              <a:t>Live-growing knowledge graph, automatic conflict/gap detection.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50592"/>
            <a:ext cx="1106424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5456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34D"/>
                </a:solidFill>
              </a:rPr>
              <a:t>Business Impact —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487168"/>
            <a:ext cx="7315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</a:rPr>
              <a:t>Reclaims the 35% of time lost to document search; faster RCA &amp; compliance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92424"/>
            <a:ext cx="1106424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47288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34D"/>
                </a:solidFill>
              </a:rPr>
              <a:t>Technical Excellence — 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429000"/>
            <a:ext cx="7315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</a:rPr>
              <a:t>Real RAG, grounded compliance, resilient error handling (no hallucinated pass/fail, no CORS-masked 500s).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34256"/>
            <a:ext cx="1106424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8912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34D"/>
                </a:solidFill>
              </a:rPr>
              <a:t>Scalability — 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370832"/>
            <a:ext cx="7315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</a:rPr>
              <a:t>SQLite → Postgres/Qdrant swap-in scaffolded; OpenRouter is model-agnostic.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76088"/>
            <a:ext cx="11064240" cy="84124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30952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34D"/>
                </a:solidFill>
              </a:rPr>
              <a:t>User Experience — 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5312664"/>
            <a:ext cx="7315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</a:rPr>
              <a:t>Guided walkthrough, real graph visualization, tested end-to-end with zero console errors.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</a:rPr>
              <a:t>Stack: Next.js + Tailwind (Vercel)  ·  FastAPI (Render)  ·  SQLite + local/ChromaDB vectors  ·  OpenRouter LLM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CBD5E1"/>
                </a:solidFill>
              </a:rPr>
              <a:t>Try it live: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EEAD4"/>
                </a:solidFill>
              </a:rPr>
              <a:t>https://forgemind.tarachand.tech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</a:rPr>
              <a:t>github.com/tarungarg18/ForgeMind-AI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CA3AF"/>
                </a:solidFill>
              </a:rPr>
              <a:t>Next: OCR for scanned P&amp;IDs, async ingestion at scale, knowledge-graph-native storage,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9CA3AF"/>
                </a:solidFill>
              </a:rPr>
              <a:t>role-based access, and multi-plant federation.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