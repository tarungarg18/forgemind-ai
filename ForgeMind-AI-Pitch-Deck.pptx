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EEAD4"/>
                </a:solidFill>
              </a:rPr>
              <a:t>ET AI HACKATHON 2026 · PROBLEM STATEMENT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</a:rPr>
              <a:t>ForgeMind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BD5E1"/>
                </a:solidFill>
              </a:rPr>
              <a:t>Unified Asset &amp; Operations Brain for Industrial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CA3AF"/>
                </a:solidFill>
              </a:rPr>
              <a:t>Plant docs are scattered across manuals, inspections, work orders, and incident reports.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CA3AF"/>
                </a:solidFill>
              </a:rPr>
              <a:t>ForgeMind puts them in one place so teams can upload, search, and ask — with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</a:rPr>
              <a:t>forgemind.tarachand.tech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</a:rPr>
              <a:t>PROBLEM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11827"/>
                </a:solidFill>
              </a:rPr>
              <a:t>Industrial knowledge is fragmented. ForgeMind unifies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ForgeMind AI  ·  ET AI Hackathon 2026  ·  PS8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34D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35% </a:t>
            </a:r>
            <a:r>
              <a:rPr sz="1500">
                <a:solidFill>
                  <a:srgbClr val="111827"/>
                </a:solidFill>
              </a:rPr>
              <a:t>of engineer time lost searching for information that already exists (McKinsey, 2024).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7–12 </a:t>
            </a:r>
            <a:r>
              <a:rPr sz="1500">
                <a:solidFill>
                  <a:srgbClr val="111827"/>
                </a:solidFill>
              </a:rPr>
              <a:t>disconnected document systems per large industrial plant.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18–22% </a:t>
            </a:r>
            <a:r>
              <a:rPr sz="1500">
                <a:solidFill>
                  <a:srgbClr val="111827"/>
                </a:solidFill>
              </a:rPr>
              <a:t>of unplanned downtime traced to fragmented equipment history.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25% </a:t>
            </a:r>
            <a:r>
              <a:rPr sz="1500">
                <a:solidFill>
                  <a:srgbClr val="111827"/>
                </a:solidFill>
              </a:rPr>
              <a:t>of India's experienced engineers retire within a decade — taking undocumented knowledge with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18288" cy="47548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34D"/>
                </a:solidFill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Upload — </a:t>
            </a:r>
            <a:r>
              <a:rPr sz="1500">
                <a:solidFill>
                  <a:srgbClr val="111827"/>
                </a:solidFill>
              </a:rPr>
              <a:t>PDF/Word/Excel/text, parsed and persisted for the whole team.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Knowledge — </a:t>
            </a:r>
            <a:r>
              <a:rPr sz="1500">
                <a:solidFill>
                  <a:srgbClr val="111827"/>
                </a:solidFill>
              </a:rPr>
              <a:t>keyword + semantic search, equipment map, full asset history.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Ask AI — </a:t>
            </a:r>
            <a:r>
              <a:rPr sz="1500">
                <a:solidFill>
                  <a:srgbClr val="111827"/>
                </a:solidFill>
              </a:rPr>
              <a:t>plain-language Q&amp;A with cited sources and grounded compliance.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B534D"/>
                </a:solidFill>
              </a:rPr>
              <a:t>Insights — </a:t>
            </a:r>
            <a:r>
              <a:rPr sz="1500">
                <a:solidFill>
                  <a:srgbClr val="111827"/>
                </a:solidFill>
              </a:rPr>
              <a:t>live coverage score, auto-detected conflicts/gaps, Lessons Learned.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11827"/>
                </a:solidFill>
              </a:rPr>
              <a:t>A live intelligence layer, not a static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ForgeMind AI  ·  ET AI Hackathon 2026  ·  PS8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1148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11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600200"/>
            <a:ext cx="10424160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9966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</a:rPr>
              <a:t>Upload → parse text → LLM entity extraction (equipment tags, parameters, regs, personnel, dates)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41148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411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331720"/>
            <a:ext cx="10424160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9966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</a:rPr>
              <a:t>SQLite (documents + entities) + vector index (local embeddings, optional ChromaDB)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41148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411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063240"/>
            <a:ext cx="10424160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063240"/>
            <a:ext cx="9966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</a:rPr>
              <a:t>Knowledge graph grows · conflicts auto-detected · gaps recomputed — live, per upload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41148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411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794760"/>
            <a:ext cx="10424160" cy="62179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9966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</a:rPr>
              <a:t>Ask AI (RAG) → OpenRouter LLM → answer grounded in retrieved regulation/SOP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34D"/>
                </a:solidFill>
              </a:rPr>
              <a:t>WHY IT'S NOT JUST A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</a:rPr>
              <a:t>•  Uploading a real document adds real graph nodes/edges, detects real value conflicts, and closes real doc-type gaps — verified end-to-end.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</a:rPr>
              <a:t>•  Compliance flags are grounded in retrieved evidence and marked 'unknown' rather than guessed when none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11827"/>
                </a:solidFill>
              </a:rPr>
              <a:t>Upload → Knowledge → Ask AI →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ForgeMind AI  ·  ET AI Hackathon 2026  ·  PS8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1744872" y="1392320"/>
            <a:ext cx="2911056" cy="206167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-02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72" y="1417320"/>
            <a:ext cx="2861056" cy="20116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45643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</a:rPr>
              <a:t>Upload — live processing stages, graph grows with every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5336" y="1392320"/>
            <a:ext cx="3268688" cy="20616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-03-knowledge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417320"/>
            <a:ext cx="3218688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345643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</a:rPr>
              <a:t>Knowledge — keyword + semantic search across the plant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0723" y="3797192"/>
            <a:ext cx="3079353" cy="206167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rop-06-ask-ai-ans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723" y="3822192"/>
            <a:ext cx="3029353" cy="20116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86130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</a:rPr>
              <a:t>Ask AI — grounded answer with a decision card and 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0003" y="3797192"/>
            <a:ext cx="3079353" cy="206167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rop-09-ins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003" y="3822192"/>
            <a:ext cx="3029353" cy="20116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200" y="586130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</a:rPr>
              <a:t>Insights — coverage, conflicts, gaps, and lessons learned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</a:rPr>
              <a:t>JUDGING CRITERIA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11827"/>
                </a:solidFill>
              </a:rPr>
              <a:t>Mapped directly to what was asked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ForgeMind AI  ·  ET AI Hackathon 2026  ·  PS8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64240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63624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34D"/>
                </a:solidFill>
              </a:rPr>
              <a:t>Innovation —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45336"/>
            <a:ext cx="73152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</a:rPr>
              <a:t>Live-growing knowledge graph, automatic conflict/gap detection.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50592"/>
            <a:ext cx="11064240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34D"/>
                </a:solidFill>
              </a:rPr>
              <a:t>Business Impact —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87168"/>
            <a:ext cx="73152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</a:rPr>
              <a:t>Reclaims the 35% of time lost to document search; faster RCA &amp; compliance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92424"/>
            <a:ext cx="11064240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47288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34D"/>
                </a:solidFill>
              </a:rPr>
              <a:t>Technical Excellence —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29000"/>
            <a:ext cx="73152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</a:rPr>
              <a:t>Real RAG, grounded compliance, resilient error handling (no hallucinated pass/fail, no CORS-masked 500s).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34256"/>
            <a:ext cx="11064240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34D"/>
                </a:solidFill>
              </a:rPr>
              <a:t>Scalability — 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70832"/>
            <a:ext cx="73152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</a:rPr>
              <a:t>SQLite → Postgres/Qdrant swap-in scaffolded; OpenRouter is model-agnostic.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76088"/>
            <a:ext cx="11064240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30952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34D"/>
                </a:solidFill>
              </a:rPr>
              <a:t>User Experience — 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312664"/>
            <a:ext cx="73152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</a:rPr>
              <a:t>Guided walkthrough, real graph visualization, tested end-to-end with zero console errors.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</a:rPr>
              <a:t>Stack: Next.js + Tailwind (Vercel)  ·  FastAPI (Render)  ·  SQLite + local/ChromaDB vectors  ·  OpenRouter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BD5E1"/>
                </a:solidFill>
              </a:rPr>
              <a:t>Try it live: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5EEAD4"/>
                </a:solidFill>
              </a:rPr>
              <a:t>https://forgemind.tarachand.tech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</a:rPr>
              <a:t>github.com/tarungarg18/ForgeMind-AI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</a:rPr>
              <a:t>Next: OCR for scanned P&amp;IDs, async ingestion at scale, knowledge-graph-native storage,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A3AF"/>
                </a:solidFill>
              </a:rPr>
              <a:t>role-based access, and multi-plant federation.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